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889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NEURACALL ORKESTA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4A3B8"/>
                </a:solidFill>
              </a:rPr>
              <a:t>Tu empresa, operando en tiempo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D4ED8"/>
                </a:solidFill>
              </a:rPr>
              <a:t>Automatizamos lo ordinario para que hagas lo extraordinario.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neuracall.com  ·  Neuracall S.A.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El Crecimiento de tu PyME esta frenado por el "Caos Manual"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F4444"/>
                </a:solidFill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Pérdida de rentabilidad
por ineficiencia operativa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F4444"/>
                </a:solidFill>
              </a:rPr>
              <a:t>15 Horas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200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Desperdiciadas por semana
en carga manual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F4444"/>
                </a:solidFill>
              </a:rPr>
              <a:t>Cero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00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Visibilidad real de tu
negocio en este momento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Las herramientas de siempre ya no escalan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Hojas de Cálculo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Excelentes para analizar, pésimas para operar.
Versiones múltiples y datos desactualizados.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5661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Sistemas en Silos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Tu CRM no habla con tu facturación.
Tu logística ignora tu inventario.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La Doble Carga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WhatsApp → papel → sistema → contador.
Tu equipo repite el mismo dato 3 veces al día.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Presentamos Neuracall Orkesta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El primer Sistema Operativo Empresarial Modular para PyMEs argentinas.
  ▸  Funciona como una 'capa invisible' sobre tu operación.
  ▸  Unifica toda la empresa bajo una sola fuente de verdad.
  ▸  Tus datos fluyen, tu equipo ejecuta.
  ▸  Arquitectura modular: pagás solo por lo que usás.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Nuestro Propósito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🔭  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Ser el sistema operativo estándar de las empresas en crecimiento.
Un futuro donde la carga manual de datos sea obsoleta y el talento humano se dedique a la creatividad y la estrategia.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🚀  MISIÓN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Liberar a las PyMEs de la parálisis operativa, automatizando lo ordinario mediante una arquitectura tecnológica modular, inteligente y accesible.
Transformamos el caos manual en eficiencia autónoma inmediata.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La base de tu nueva eficiencia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🧩  Sistema Modular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Pagás solo por lo que usás.
Agregá 'Fichas' a medida que tu empresa crece.
Sin contratos de ERP rígidos.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5661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🤖  Inteligencia Artificial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Cero tipeo.
La IA lee documentos, facturas y chats y los convierte en datos accionables al instante.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⚡  Desafío 24hs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402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Tu empresa migrada y operando en el nuevo sistema al día siguiente.
Sin meses de implementación.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La Trilogía Sinérgica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Tres motores diseñados para trabajar juntos. Cada uno potente por sí solo, imparables en conjunto.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5661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NEURA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Motor de Ingesta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"La Caja Mágica"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Entra el caos → sale información.
PDF, Excel, WhatsApp, email procesados por 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NEURA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Motor Operativo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"El Piloto Automático"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5661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CRM + Tesorería + Compras + Logística.
Dato por Consecuencia: una acción, todos los registros.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NEURA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5CF6"/>
                </a:solidFill>
              </a:rPr>
              <a:t>Motor de Decisión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"El Tablero de Control"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Preguntale a tu empresa en lenguaje natural.
¿Por qué bajaron las ventas? → Respuesta en 2 seg.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</a:rPr>
              <a:t>Juntos forman → NEURA ORKESTA: Ingesta + Operación + Decisión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NEURA SYNC — La Caja Mágica  |  Motor de Ingesta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</a:rPr>
              <a:t>  Todo lo que entra a tu empresa se procesa automáticamente por IA.
  Cero tipeo manual. Cero doble carga. El dato entra una sola vez.
  ▸  Drop Zone Universal: arrastrá cualquier archivo
  ▸  Cognición AI Contextual: entiende el contexto de tu empresa
  ▸  Pipeline Automático: sin intervención humana
  ▸  Soporte Multi-fuente: PDF, Excel, WhatsApp, Email, Fotos de facturas
  ▸  Inyección limpia y estructurada al sistema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Neura Sync en 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Facturas
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Empleado carga facturas a mano (3hs/día)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Proveedor manda PDF por email. Sync lee CUIT, montos e ítems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80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Carga instantánea. 0hs de data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Pedidos
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346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Vendedor transcribe audios de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Sync procesa texto/audio y arma borrador del 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80% más rápido en cerrar ventas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Listas de
Precios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891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Días actualizando precios en el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3891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Se sube el Excel a la Drop Zone. Sync mapea columnas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389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Actualización en 15 segundos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Planes Neura Sync (Stand-alone)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</a:rPr>
              <a:t>USD 49 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500 docs/mes procesados por IA
✓ PDF + Excel + Imagen
✓ 1 pipeline de ingesta
✓ Soporte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5661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97316"/>
                </a:solidFill>
              </a:rPr>
              <a:t>USD 149 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5.000 docs/mes
✓ Todos los formatos + WhatsApp
✓ Pipelines ilimitados
✓ Prioridad de procesamiento
✓ Soporte prioritario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325880"/>
            <a:ext cx="356616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</a:rPr>
              <a:t>A convenir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Documentos ilimitados
✓ Conectores custom
✓ SLA garantizado
✓ Gerente de cuenta dedicado
✓ Configuración a medida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NEURA CORE — El Piloto Automático  |  Motor Operativo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</a:rPr>
              <a:t>  CRM, Tesorería, Compras y Logística integrados bajo un único sistema.
  Principio 'Dato por Consecuencia': cada acción genera automáticamente
  todos los registros derivados. Sin doble carga. Sin errores humanos.
  ▸  CRM Pipeline completo (clientes, oportunidades, seguimiento)
  ▸  Tesorería Unificada + Conciliación Bancaria
  ▸  Compras y gestión de proveedores
  ▸  Logística &amp; Ruteo + App de Choferes
  ▸  Roles y permisos granulares  ·  Historial completo de cada entidad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Neura Core en 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Venta a
Despacho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Ventas avisa a depósito por mail. Depósito anota en cuaderno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CRM pasa a 'Ganado' → baja stock + crea ruta de envío automáticamente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80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0 demoras por falta de comunicación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Gestión de
Pagos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346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Cheques y transferencias dispersos en 3 planillas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Cobranza aprobada impacta en Tesorería y cuenta corriente del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Conciliación en tiempo real. 100% exactitud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Logística
Diaria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891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Ruteo a ojo. Chofer llama para confirmar entregas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3891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Core arma ruta óptima. Chofer usa App para marcar 'entregado'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389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-25% combustible + visibilidad total del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Planes Neura Core (Stand-alone)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</a:rPr>
              <a:t>USD 79 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CRM hasta 500 contactos
✓ Tesorería básica
✓ Hasta 3 usuarios
✓ Soporte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</a:rPr>
              <a:t>USD 199 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CRM ilimitado + Pipeline avanzado
✓ Tesorería completa + Conciliación
✓ Compras y proveedores
✓ Hasta 15 usuarios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325880"/>
            <a:ext cx="356616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</a:rPr>
              <a:t>A convenir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Todo Pro incluido
✓ Logística &amp; Ruteo + App Choferes
✓ Usuarios ilimitados
✓ Roles granulares +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NEURA INSIGHT — El Tablero de Control  |  Motor de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</a:rPr>
              <a:t>  Combina bases de datos estructuradas (SQL) con modelos de lenguaje (LLM).
  Preguntale a tu empresa en lenguaje natural y obtené respuestas con contexto real.
  Ejemplo: "¿Por qué bajaron las ventas este mes?" → Gráfico + análisis en 2 segundos.
  ▸  Dashboards ejecutivos en tiempo real
  ▸  Consultas en Lenguaje Natural (LLM + SQL)
  ▸  Alertas Inteligentes proactivas
  ▸  KPIs por área de negocio
  ▸  Exportación a Excel, PDF o integración BI externo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Neura Insight en 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Análisis
de Ventas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El dueño espera 5 días el reporte mensual del contador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Pregunta al chat: '¿Cuál es el producto más rentable hoy?'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80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Respuesta en 2 segundos con gráfico de barras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Quiebre
de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346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Te enterás que falta mercadería cuando el cliente la pide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Insight detecta patrón de consumo y envía alerta proactiva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Compras anticipadas. Cero ventas perdidas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Flujo de
Caja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891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Antes: Miedo a fin de mes por pago de sueldos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3891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7316"/>
                </a:solidFill>
              </a:rPr>
              <a:t>▶ Dashboard proyecta ingresos vs egresos a 30 días según historial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389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Después: Previsibilidad financiera total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Planes Neura Insight (Stand-alone)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</a:rPr>
              <a:t>USD 39 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3 dashboards predefinidos
✓ Reportes semanales automáticos
✓ Exportación básica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5661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B5CF6"/>
                </a:solidFill>
              </a:rPr>
              <a:t>USD 99 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Dashboards ilimitados customizables
✓ Consultas LLM en lenguaje natural
✓ Alertas custom inteligentes
✓ Exportación Excel/PDF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325880"/>
            <a:ext cx="356616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325880"/>
            <a:ext cx="356616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</a:rPr>
              <a:t>A convenir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7889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✓ Todo Pro incluido
✓ Modelos predictivos custom
✓ API datos raw
✓ Integración PowerBI/Tableau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Fichas: El futuro del software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 pagues por un ERP gigante donde usás el 10% de las funciones.
  Con Orkesta, tenés un Tablero Base GRATIS y agregás 'Fichas' (módulos) según
  lo que tu empresa necesite HOY. Sin paquetes cerrados.
    TABLERO BASE (incluido siempre):
    ▸  Identidad de empresa  ▸  Agenda  ▸  Base de Clientes &amp; Proveedores
    ▸  Configuración de empresa
  Luego escalás activando Fichas a la carta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Marketplace de Fichas — Parte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💼  COMERCIAL — Vender Más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916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8745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</a:rPr>
              <a:t>Facturación Electrónica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28800"/>
            <a:ext cx="16916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18745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</a:rPr>
              <a:t>Presupuestos Pro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828800"/>
            <a:ext cx="16916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18745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</a:rPr>
              <a:t>CRM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6916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6887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</a:rPr>
              <a:t>Seguimiento Automático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423160"/>
            <a:ext cx="16916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864" y="246887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</a:rPr>
              <a:t>Cuentas Corrientes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423160"/>
            <a:ext cx="16916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3" y="246887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</a:rPr>
              <a:t>Listas de Precios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53949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💰  FINANCIERO — Controlar la Caja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169164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8745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Tesorería Unificada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169164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8745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Conciliación Bancaria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828800"/>
            <a:ext cx="169164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3264" y="18745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Chequera Digital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423160"/>
            <a:ext cx="169164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246887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Cashflow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423160"/>
            <a:ext cx="169164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46887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Impuestos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Marketplace de Fichas — Parte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3832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📦  OPERATIVO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Inventario Dinámico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Compras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Logística &amp; Ruteo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6052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519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App Choferes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Mant. de Flota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280160"/>
            <a:ext cx="338328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👥  CAPITAL HUMANO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Legajo Digital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60604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Asistencia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38328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Novedades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16052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2519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Liquidación Simple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280160"/>
            <a:ext cx="338328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🔌  INTEGRACIONES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82880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WhatsApp Bot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60604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Email Automático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38328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Facturación AFIP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416052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2519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Webhooks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937760"/>
            <a:ext cx="33832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029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API Abierta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Fichas a Medida — Tu proceso único, sistematizado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Si tu empresa tiene un proceso que ninguna herramienta estándar cubre,
  nuestro equipo de ingeniería desarrolla una Ficha a Medida que se integra
  nativamente con tu Tablero Base Orkesta.
    PROCESO:
    1. Discovery del dolor  →  2. Arquitectura de Ficha
    3. Desarrollo           →  4. Deploy en tu Orkesta
    EJEMPLOS:
    ▸  Calculadora de mermas para acopio cerealero
    ▸  Gestor de turnos rotativos para maquinaria pesada
    ▸  Pipeline de licitaciones con trazabilidad legal
    Precio: desde USD 1.500 c/u  (pago único, sin suscripción adicional)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Planes Neura Orkesta — Tabla Comparativa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371600"/>
            <a:ext cx="2468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88920" y="1417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371600"/>
            <a:ext cx="301752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41732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PROFESSIONAL  ⭐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41732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USD 149/mes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96596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USD 399/mes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Desde USD 999/mes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500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Neura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350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35000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5000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7340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Neura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734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34056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34056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11810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Neura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1181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18104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118104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502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Fichas activas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502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Hasta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50215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Hasta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0215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ILIMITADAS 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Usuarios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Hasta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88620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Hasta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88620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Ilimitados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270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Fichas a Medida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270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7024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27024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2 custom/año incl.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6542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Mobile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6542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654296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654296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Incluida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038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API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50383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5038344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5038344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Completo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4223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Onboarding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54223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Guiado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542239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Desafío 24hs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42239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Presencial + online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5806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</a:rPr>
              <a:t>Soporte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5806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Email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580644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Chat + Email prior.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80644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Gerente dedicado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Plan STARTER — Arrancá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</a:rPr>
              <a:t>  USD 149 / mes
  Ideal para: Emprendedores y micro-empresas dando el primer salto digital.
  ▸  Neura Sync Starter  (500 docs/mes)
  ▸  Neura Core Starter  (CRM 500 contactos, Tesorería básica)
  ▸  Neura Insight Starter  (3 dashboards predefinidos)
  ▸  Hasta 5 usuarios
  ▸  Hasta 3 Fichas activas (a elección del catálogo)
  ▸  Onboarding guiado paso a paso
  ▸  Soporte vía email
  Tablero Base siempre incluido.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⭐  Plan PROFESSIONAL — El estándar PyME 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51560"/>
            <a:ext cx="2651760" cy="457200"/>
          </a:xfrm>
          <a:prstGeom prst="rect">
            <a:avLst/>
          </a:prstGeom>
          <a:solidFill>
            <a:srgbClr val="1D4ED8"/>
          </a:solidFill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</a:rPr>
              <a:t>RECOMENDADO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D4ED8"/>
                </a:solidFill>
              </a:rPr>
              <a:t>USD 399 /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Neura Sync Pro  (5.000 docs/mes, todos los formatos + WhatsApp)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Neura Core Pro  (CRM ilimitado, Tesorería + Conciliación, Compras)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Neura Insight Pro  (Dashboards ilimitados + consultas 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Hasta 20 usuarios  ·  Hasta 10 Fichas activas (cualquier categoría)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API Access incluido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Onboarding 'Desafío 24hs' — operativo al día siguiente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✓  Soporte Chat + Email prioritario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Plan ENTERPRISE — Sin techo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</a:rPr>
              <a:t>  Desde USD 999 / mes  (precio final a convenir según escala)
  Ideal para: Industrias completas, cadenas de distribución y corporaciones.
  ▸  Neura Sync Enterprise  (ilimitado + conectores custom)
  ▸  Neura Core Enterprise  (usuarios ilimitados + App Choferes + API)
  ▸  Neura Insight Enterprise  (modelos predictivos + BI externo)
  ▸  FICHAS ILIMITADAS  ∞  — todo el catálogo activo
  ▸  2 Fichas a Medida incluidas por año
  ▸  Mobile App iOS + Android incluida
  ▸  Gerente de cuenta dedicado
  ▸  SLA garantizado 99.9%
  ▸  Capacitación presencial + online incluida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Escalabilidad bajo demanda — Add-ons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Ficha a Medida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desde USD 1.500 c/u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Pago único. Desarrollo 100% custom.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IA Sync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99 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Mayor volumen + modelos avanzados.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60320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56032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06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49 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632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App iOS + Android para tu equipo.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56032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API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06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79 /mes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Integración con sistemas externos.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Pack +Usuarios ×10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7947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29 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51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Sumá 10 usuarios a tu plan actual.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49039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Storage Premium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947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19 /mes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51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500 GB adicionales de almacenamiento.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37760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93776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WhatsApp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89 /mes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Bot comercial conectado al CRM.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937760"/>
            <a:ext cx="54864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93776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983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Facturación AFIP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USD 59 /mes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40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CAE automático. Integración AFIP.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Desafío 24hs: Tu empresa migrada mañana.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Despliegue inmediato. Sin implementaciones eternas. Sin permanencia.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5661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DÍA 0 · MAÑANA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Kick-off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Exportamos tus bases de datos actuales (Excel, ERP viejo).
Analizamos los flujos clave de tu empresa.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5661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DÍA 0 · TARDE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60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004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Nuestro equipo sube la data a Neura Sync, activa tu Tablero
y conecta las Fichas clave que necesitás operar.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5661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DÍA 1 · 08:00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Tu equipo entra, hace el tutorial de 15 minutos
y empieza a facturar y operar con el sistema.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B981"/>
                </a:solidFill>
              </a:rPr>
              <a:t>✓ Setup 24hs    ✓ Soporte 24/7    ✓ Sin permanencia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Caso de Uso: Distribuidora /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4ED8"/>
                </a:solidFill>
              </a:rPr>
              <a:t>Motores clave: Sync + Core (Logística &amp; App Choferes)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 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Pérdida de remitos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Camiones ruteados de 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Mercadería no cobrada por falta de trazabilidad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 Con Orkesta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Sync lee pedidos de WhatsApp → remito automático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Core arma ruta óptima para cada camión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App Choferes: firma digital de entrega en el lugar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Insight: rentabilidad por ruta y por cliente en tiempo real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Caso de Uso: Comercio / Retail Mayorista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4ED8"/>
                </a:solidFill>
              </a:rPr>
              <a:t>Motores clave: Sync + Core (CRM) +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 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Vendedores sin historial del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Quiebres de stock continuos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Actualización de precios de fábrica tardía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 Con Orkesta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CRM muestra historial y CCC del cliente al vendedor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Insight alerta sobre productos por quedar sin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Sync actualiza lista de precios del proveedor en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Pipeline de ventas con seguimiento automático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Caso de Uso: Empresa de Servicios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4ED8"/>
                </a:solidFill>
              </a:rPr>
              <a:t>Motores clave: Core (CRM) + Insight + Sync (Email)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 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Presupuestos perdidos en hilos de 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Facturación atrasada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Flujo de caja incierto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 Con Orkesta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Sync captura aprobaciones por mail → genera factura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Core automatiza facturación recurrente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Insight proyecta cashflow a 6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CRM Pipeline con seguimiento de oportunidades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Caso de Uso: PyME Industrial / Manufactura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4ED8"/>
                </a:solidFill>
              </a:rPr>
              <a:t>Motores clave: Core Completo + RRHH (Fichas) +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 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Control de horas de operarios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Compras de materia prima desfasadas de la producción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▸  Mantenimiento de flota sin registro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 Con Orkesta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Ficha Asistencia controla turnos rotativos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Core cruza órdenes de producción con stock de insumos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Alerta automática de compra antes del quiebre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✓  Mantenimiento de Flota: historial y recordatorios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Lo que nos define — El ADN Neuracall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35607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01  ⚡  Pragmatismo Radical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35607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Preferimos soluciones que funcionen hoy antes que perfecciones teóricas que tarden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02  🕐  Obsesión por la Eficiencia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5000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Si una tarea se puede automatizar, es nuestro mandato hacerlo. Medimos éxito en horas-hombre liberadas.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644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03  🧩  Flexibilidad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6440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Fichas: el sistema crece con el cliente, no al revés. Ecosistema vivo adaptable a cada empresa.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788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04  🛡️  Verdad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7880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No vendemos humo tecnológico. Entregamos herramientas que resuelven dolores reales desde el minuto 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932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05  ❤️  Empatía con el Hacedor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09320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Diseñamos pensando en el chofer, el vendedor, el dueño. Eliminamos fricción, no la creamos.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¿Por qué elegir Orkesta?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82880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371600"/>
            <a:ext cx="201168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39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Hojas de Cálculo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201168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ERP Tradicional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371600"/>
            <a:ext cx="201168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Otros SaaS (Silos)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71600"/>
            <a:ext cx="32004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NEURACALL ORKESTA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Inmediato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6-12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1-4 semanas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9202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24 HORAS  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786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Costo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25786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Bajo / Gratis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5786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Alto (licencia)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786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Medio (×varios)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57860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Flexible (Fichas)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236976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Integración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39" y="323697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Sin integrar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3697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Rígida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3697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Fragmentada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23697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Unificada y nativa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89534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IA/Automati.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39" y="3895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895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Limitada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895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Parcial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89534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Core del producto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5537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Permanencia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45537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N/A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5537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Contrato largo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5537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Variable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45537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SIN PERMANENCIA 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21207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Escalabilidad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39" y="521207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Manual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21207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Costosa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21207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Cambio de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521207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Ficha por Ficha, cuando querés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Dejamos que los números hablen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0B981"/>
                </a:solidFill>
              </a:rPr>
              <a:t>+300%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</a:rPr>
              <a:t>Aumento promedio en velocidad
de procesamiento administrativo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0B981"/>
                </a:solidFill>
              </a:rPr>
              <a:t>15hs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834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</a:rPr>
              <a:t>Recuperadas por semana
por empleado administrativo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0B981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834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</a:rPr>
              <a:t>Errores de conciliación
con Tesorería automática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F172A"/>
                </a:solidFill>
              </a:rPr>
              <a:t>"Antes, cerrar la semana era quedarnos hasta las 20hs los viernes.
Con Orkesta, el sistema concilia solo mientras nosotros atendemos clientes."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D4ED8"/>
                </a:solidFill>
              </a:rPr>
              <a:t>— Director de Operaciones, Cliente Neuracall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4A3B8"/>
                </a:solidFill>
              </a:rPr>
              <a:t>Tu competencia sigue cargando datos a mano.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Vos podés estar operando con inteligencia
artificial MAÑANA.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31920"/>
            <a:ext cx="576072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977639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ACEPTAR EL DESAFÍO 24HS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</a:rPr>
              <a:t>✓ Setup 24hs    ✓ Soporte 24/7    ✓ Sin permanencia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Hagamos que tu empresa
haga lo extraordinario.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D4ED8"/>
                </a:solidFill>
              </a:rPr>
              <a:t>🌐  neuracall.com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📧  hola@neuracall.com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💼  linkedin.com/company/neuracall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846320"/>
            <a:ext cx="210312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4892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Agendar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© 2026 Neuracall S.A. — Todos los derechos reservados.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