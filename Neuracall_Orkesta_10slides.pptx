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NEURACALL ORKESTA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4A3B8"/>
                </a:solidFill>
              </a:rPr>
              <a:t>Tu empresa, operando en tiempo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D4ED8"/>
                </a:solidFill>
              </a:rPr>
              <a:t>Automatizamos lo ordinario para que hagas lo extraordinario.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</a:rPr>
              <a:t>Sistema Operativo Empresarial Modular para PyMEs Argentinas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neuracall.com  |  Neuracall S.A.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El Problema — Y Por Qué Orkesta lo Resuelve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F4444"/>
                </a:solidFill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Pérdida de
rentabilidad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188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F4444"/>
                </a:solidFill>
              </a:rPr>
              <a:t>15hs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Desperdiciadas
por semana en data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188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F4444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Visibilidad
en tiempo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</a:rPr>
              <a:t>La Solución: Neuracall Orkesta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</a:rPr>
              <a:t>Una capa invisible que automatiza lo que pasa en tu empresa. Cada dato que entra — factura, pedido de WhatsApp, remito — se procesa solo, se registra solo y genera todos los documentos derivados. Tu equipo deja de cargar datos y empieza a tomar decisiones.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37760"/>
            <a:ext cx="35661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029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🧩 Sistema Modular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5321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Pagás solo lo que usás. Fichas a medida.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937760"/>
            <a:ext cx="35661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5029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🤖 IA en el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5321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Cero tipeo. El sistema aprende tu contexto.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93776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⚡ Desafío 24hs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5321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Operativo al día siguiente. Sin permanencia.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97316"/>
                </a:solidFill>
              </a:rPr>
              <a:t>NEURA SYNC  —  Motor de Ingesta  |  'La Caja Magica'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Todo lo que entra a tu empresa (PDF, Excel, WhatsApp, email) se procesa por IA y se carga al sistema. Cero tipeo.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✓  Drop Zone Universal: cualquier formato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✓  Cognicion AI Contextual: entiende tu empresa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✓  Pipeline automatico sin intervencion humana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✓  Multi-fuente: PDF, Excel, WhatsApp, email, foto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CASOS DE 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240280"/>
            <a:ext cx="60350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317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Facturas PDF/email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1576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Empleado carga 3hs/dia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632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Sync lee CUIT y montos → carga instantanea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107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0hs data 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520440"/>
            <a:ext cx="60350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6118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Pedidos 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9592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Vendedor transcribe audios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3434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Sync arma borrador del pedido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690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80% mas rapido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4800600"/>
            <a:ext cx="60350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48920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Lista precios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27608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Dias actualizando el sistema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62356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Sube el Excel, Sync mapea columnas solo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971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15 segundos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94960"/>
            <a:ext cx="11430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STARTER  USD 49/mes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500 docs, PDF+Excel+img, 1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PRO  USD 149/mes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5.000 docs, todos los formatos + WhatsApp, ilimitados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ENTERPRISE  A convenir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Ilimitado, conectores custom, SLA, gerente dedicado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</a:rPr>
              <a:t>NEURA CORE  —  Motor Operativo  |  'El Piloto Automatico'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CRM + Tesoreria + Compras + Logistica integrados. Principio 'Dato por Consecuencia': una accion genera todos los registros.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✓  CRM Pipeline completo (clientes, oportunidades, seguimiento)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✓  Tesoreria Unificada + Conciliacion Bancaria automatica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✓  Compras y gestion de proveedores integrada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✓  Logistica &amp; Ruteo + App de Choferes con firma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CASOS DE 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240280"/>
            <a:ext cx="6035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317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Venta a Despacho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1576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Ventas avisa a deposito por 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632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CRM 'Ganado' -&gt; baja stock + crea ruta automaticamente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1071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0 demoras internas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520440"/>
            <a:ext cx="6035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6118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Pagos &amp; Tesoreria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9592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Cheques dispersos en 3 planillas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3434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Cobranza aprobada impacta en Tesoreria y CCC del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69087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100% exactitud, tiempo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4800600"/>
            <a:ext cx="6035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48920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Logistica Diaria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27608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Ruteo a ojo, chofer llama para confirmar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62356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Core arma ruta optima, App firma entrega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971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-25% combustible + visibilidad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9496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STARTER  USD 79/mes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CRM 500 contactos, tesoreria basica, 3 usuarios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PRO  USD 199/mes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CRM ilimitado, conciliacion, compras, 15 usuarios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ENTERPRISE  A convenir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Todo Pro + Logistica, App Choferes, usuarios ilimitados,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</a:rPr>
              <a:t>NEURA INSIGHT  —  Motor de Decision  |  'El Tablero de Control'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Combina SQL con LLM. Preguntale a tu empresa en lenguaje natural y obtene respuestas con contexto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5CF6"/>
                </a:solidFill>
              </a:rPr>
              <a:t>✓  Dashboards ejecutivos en tiempo real por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5CF6"/>
                </a:solidFill>
              </a:rPr>
              <a:t>✓  Consultas en lenguaje natural: '¿Por que bajaron las ventas?'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5CF6"/>
                </a:solidFill>
              </a:rPr>
              <a:t>✓  Alertas inteligentes proactivas antes del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80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5CF6"/>
                </a:solidFill>
              </a:rPr>
              <a:t>✓  Exportacion a Excel, PDF o integracion BI externo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CASOS DE 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240280"/>
            <a:ext cx="6035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3317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Analisis de Ventas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1576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Espera 5 dias el reporte mensual del contador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632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Pregunta al chat: '¿Producto mas rentable hoy?'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1071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Respuesta en 2 segundos con grafico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520440"/>
            <a:ext cx="6035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6118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Quiebre de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9592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Te enteras cuando el cliente pide lo que no tenes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3434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Insight detecta patron de consumo → alerta proactiva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69087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Compras anticipadas, 0 ventas perdidas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4800600"/>
            <a:ext cx="6035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48920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Flujo de Caja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27608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Antes: Miedo a fin de mes por sueldos y pagos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62356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97316"/>
                </a:solidFill>
              </a:rPr>
              <a:t>▶ Dashboard proyecta ingresos vs egresos a 30 dias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971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Despues: Previsibilidad financiera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94960"/>
            <a:ext cx="11430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STARTER  USD 39/mes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3 dashboards, reportes semanales automaticos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PRO  USD 99/mes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Dashboards ilimitados, consultas LLM, alertas custom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486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ENTERPRISE  A convenir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92531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Modelos predictivos, API datos raw, PowerBI/Tableau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El Marketplace de Fichas — No compras mas software, compras capacidad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</a:rPr>
              <a:t>TABLERO BASE (incluido siempre, gratis al activar):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Identidad  ·  Agenda  ·  Base de Clientes &amp; Proveedores  ·  Configuracion de Empresa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691640" cy="365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48840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COMERCIAL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7860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262432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Facturacion Electronica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1868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326440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Presupuestos Pro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5876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3904487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CRM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9884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454456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Seguimiento Automatico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3892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518464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Cuentas Corrientes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7900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582472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Listas de Precios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103120"/>
            <a:ext cx="16916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14016" y="2148840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FINANCIERO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57860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2304" y="262432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Tesoreria Unificada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21868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326440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Conciliacion Bancaria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85876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32304" y="3904487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Chequera Digital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449884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2304" y="454456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Cashflow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513892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32304" y="518464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Impuestos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2103120"/>
            <a:ext cx="169164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5696" y="2148840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OPERATIVO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257860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62432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Inventario Dinamico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321868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43983" y="326440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Compras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85876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3983" y="3904487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Logistica &amp; Ruteo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449884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43983" y="454456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App Choferes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13892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43983" y="518464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Mant. de Flota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103120"/>
            <a:ext cx="169164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2148840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CAPITAL HUMANO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57860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55664" y="262432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Legajo Digital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21868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55664" y="326440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Asistencia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85876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55664" y="3904487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Novedades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449884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55664" y="454456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Liquidacion Simple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2103120"/>
            <a:ext cx="16916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49055" y="2148840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INTEGRACIONES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257860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67344" y="262432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WhatsApp Bot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321868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67344" y="326440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Email Automatico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385876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67344" y="3904487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Facturacion AFIP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449884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344" y="454456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Webhooks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513892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67344" y="518464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API Abierta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577900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67344" y="582472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Reportes Custom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24160" y="2103120"/>
            <a:ext cx="1691640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60736" y="2148840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INFRAESTRUCTURA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424160" y="257860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479024" y="262432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+Usuarios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24160" y="321868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79024" y="326440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+IA Sync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24160" y="385876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79024" y="3904487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Mobile App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24160" y="4498848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79024" y="454456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API Access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424160" y="5138927"/>
            <a:ext cx="169164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79024" y="5184648"/>
            <a:ext cx="1581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Storage Premium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D4ED8"/>
                </a:solidFill>
              </a:rPr>
              <a:t>¿No encontras lo que necesitas? Construimos Fichas a Medida — desde USD 1.500 c/u (pago unico, integracion nativa)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Planes Neuracall Orkesta — Sync + Core + Insight + Fichas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23160" y="1143000"/>
            <a:ext cx="24688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79" y="11887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1143000"/>
            <a:ext cx="347472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PROFESSIONAL  ⭐ RECOMENDADO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143000"/>
            <a:ext cx="33832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188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169164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Precio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169164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USD 149/mes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</a:rPr>
              <a:t>USD 399/mes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6916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Desde USD 999/mes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" y="211226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Neura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211226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1226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11226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59" y="253288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Neura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25328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Starter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532888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53288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59" y="295351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Neura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79" y="29535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Starter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953512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9535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9" y="337413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Fichas activas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79" y="337413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Hasta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7413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Hasta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37413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ILIMITADAS  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59" y="379476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Usuarios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379476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Hasta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794760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Hasta 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79476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Ilimitados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59" y="4215384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Fichas a Medida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79" y="421538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No incluido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215384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No incluido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215384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2 custom/ano incl.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59" y="463600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Mobile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79" y="46360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636008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63600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Incluida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59" y="505663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API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79" y="505663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056632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505663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Completo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59" y="5477256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Onboarding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79" y="54772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Guiado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477256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Desafio 24hs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547725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Presencial + online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59" y="5897880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Soporte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79" y="589788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Email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5897880"/>
            <a:ext cx="3383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Chat + Email prioritario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589788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Gerente dedicado + SLA 99.9%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Add-ons a la Carta  +  El Desafio 24hs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Ficha a Medida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188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desde USD 1.500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1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Pago unico. Desarrollo custom integrado.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5486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188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IA Sync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188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USD 99/mes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27631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Mayor volumen + modelos avanzados.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5486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Mobile App iOS/Android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USD 49/mes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334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App para tu equipo de campo.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103120"/>
            <a:ext cx="5486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API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USD 79/mes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334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Integra Orkesta con cualquier sistema.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08960"/>
            <a:ext cx="5486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Pack +Usuarios x10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200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USD 29/mes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6393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Sumate 10 usuarios a tu plan.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108960"/>
            <a:ext cx="5486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Storage Premium 500GB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200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USD 19/mes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393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Almacenamiento adicional en la nube.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486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WhatsApp Bot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06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USD 89/mes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451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Bot comercial conectado al CRM.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114800"/>
            <a:ext cx="5486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Facturacion AFIP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206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USD 59/mes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6451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CAE automatico. Integracion AFIP oficial.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6636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</a:rPr>
              <a:t>DESAFIO 24HS — Operativo mañana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0644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DIA 0 MANANA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17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Kick-off: exportamos tus datos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80644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DIA 0 TARDE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6217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Setup: activamos Tablero + Fichas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80644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DIA 1 08:00AM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217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Go Live: tu equipo opera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731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Casos por Industria  +  Nuestro ADN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Distribuidora / Logistica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Sync lee pedidos WA → Core emite remito + ruta optima → App Choferes firma entrega.
0 remitos perdidos. -25% combustible.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Retail / Mayorista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Sync actualiza listas de precios en segundos. CRM con historial completo del cliente. Insight alerta quiebres de stock.
0 ventas perdidas por falta de mercaderia.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53949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Servicios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Sync captura aprobaciones por email → factura automatica. Insight proyecta cashflow 6 meses.
Fin de mes sin sorpresas.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154680"/>
            <a:ext cx="53949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PyME Industrial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49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Ficha Asistencia controla turnos. Core cruza ordenes de produccion con stock de insumos → alerta de compra anticipada.
0 pausas por falta de materia prima.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1124712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Nuestros Valores: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8064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</a:rPr>
              <a:t>⚡ Pragmatismo Radical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58064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</a:rPr>
              <a:t>🕐 Obsesion por la Eficiencia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8064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</a:rPr>
              <a:t>🧩 Flexibilidad Modular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58064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</a:rPr>
              <a:t>🛡️ Verdad Operativa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8064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</a:rPr>
              <a:t>❤️ Empatia con el Hacedor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</a:rPr>
              <a:t>Tu competencia sigue cargando datos a mano.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Vos podes estar operando con IA mañana.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971800"/>
            <a:ext cx="5760720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301752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ACEPTAR EL DESAFIO 24HS 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B981"/>
                </a:solidFill>
              </a:rPr>
              <a:t>✓  Setup 24hs          ✓  Soporte 24/7          ✓  Sin permanencia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846320"/>
            <a:ext cx="8503920" cy="274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</a:rPr>
              <a:t>Hagamos que tu empresa haga lo extraordinario.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D4ED8"/>
                </a:solidFill>
              </a:rPr>
              <a:t>🌐  neuracall.com   |   📧  hola@neuracall.com   |   💼  linkedin.com/company/neuracall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© 2026 Neuracall S.A.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